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74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47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54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045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82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4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761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960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28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016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239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63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289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713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233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786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24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CF8C86D-435B-4442-8C2F-136522C12F9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C2A6F84-7C32-459E-A8C3-20D665024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74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5433-CE9E-9DC3-8130-207A5FD6F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2284" y="589936"/>
            <a:ext cx="2595716" cy="1406804"/>
          </a:xfrm>
        </p:spPr>
        <p:txBody>
          <a:bodyPr>
            <a:noAutofit/>
          </a:bodyPr>
          <a:lstStyle/>
          <a:p>
            <a:r>
              <a:rPr lang="en-US" sz="2800" dirty="0"/>
              <a:t>Business Context And Objectives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3D9C1-5567-BE10-8BF5-38FEFECDD659}"/>
              </a:ext>
            </a:extLst>
          </p:cNvPr>
          <p:cNvSpPr txBox="1"/>
          <p:nvPr/>
        </p:nvSpPr>
        <p:spPr>
          <a:xfrm>
            <a:off x="806244" y="1445342"/>
            <a:ext cx="818043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KEY BUSINESS REQUIREMENTS: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Purpose:</a:t>
            </a:r>
          </a:p>
          <a:p>
            <a:r>
              <a:rPr lang="en-US" sz="16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</a:t>
            </a:r>
            <a:r>
              <a:rPr lang="en-US" sz="16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Develop a comprehensive HR Analytics Dashboard to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396E4-B0BA-019E-5D32-C085DC1C6B2D}"/>
              </a:ext>
            </a:extLst>
          </p:cNvPr>
          <p:cNvSpPr txBox="1"/>
          <p:nvPr/>
        </p:nvSpPr>
        <p:spPr>
          <a:xfrm>
            <a:off x="1154955" y="2772696"/>
            <a:ext cx="10127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Track and visualize workforce Performance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Monitor Employee related KPI’s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Support Data Driven HR Decision Making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Analyze Employee Behavior And Retention Rate</a:t>
            </a: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99368-DFA9-00EF-F338-130935691AB0}"/>
              </a:ext>
            </a:extLst>
          </p:cNvPr>
          <p:cNvSpPr txBox="1"/>
          <p:nvPr/>
        </p:nvSpPr>
        <p:spPr>
          <a:xfrm>
            <a:off x="1154955" y="4218039"/>
            <a:ext cx="9395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Attrition And Retention Analysis: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22B8C-2AF2-E9ED-CD0D-3151EC280AA7}"/>
              </a:ext>
            </a:extLst>
          </p:cNvPr>
          <p:cNvSpPr txBox="1"/>
          <p:nvPr/>
        </p:nvSpPr>
        <p:spPr>
          <a:xfrm>
            <a:off x="1248697" y="4748981"/>
            <a:ext cx="9606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Analyze Overtime, Business Travel and work pattern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Analyze Performance rating across Departments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Monitor workforce demographic and employee distribution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Track Employee Count, Attrition and active employees</a:t>
            </a: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52F8D-B400-2220-DC03-35C81DF7A937}"/>
              </a:ext>
            </a:extLst>
          </p:cNvPr>
          <p:cNvSpPr txBox="1"/>
          <p:nvPr/>
        </p:nvSpPr>
        <p:spPr>
          <a:xfrm>
            <a:off x="1710812" y="711936"/>
            <a:ext cx="5781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HR DATA ANALYSIS</a:t>
            </a:r>
            <a:endParaRPr lang="en-IN" sz="28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2B2261-3AA8-E300-1BF7-A8B36A9AA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20" y="587788"/>
            <a:ext cx="939153" cy="93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5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EB55-801D-5995-902E-897530297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668595"/>
            <a:ext cx="9463884" cy="658760"/>
          </a:xfrm>
        </p:spPr>
        <p:txBody>
          <a:bodyPr/>
          <a:lstStyle/>
          <a:p>
            <a:r>
              <a:rPr lang="en-US" sz="3600" dirty="0"/>
              <a:t>Functional Requirements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598C5A-66F9-5D7E-C4C8-F442C60C2C7D}"/>
              </a:ext>
            </a:extLst>
          </p:cNvPr>
          <p:cNvSpPr txBox="1"/>
          <p:nvPr/>
        </p:nvSpPr>
        <p:spPr>
          <a:xfrm>
            <a:off x="1154955" y="1434289"/>
            <a:ext cx="5712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Functional Requirements:</a:t>
            </a:r>
          </a:p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Dashboard Features-HR KPI’s: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9DAFC-E6CC-90ED-E818-4D1CE40B3D06}"/>
              </a:ext>
            </a:extLst>
          </p:cNvPr>
          <p:cNvSpPr txBox="1"/>
          <p:nvPr/>
        </p:nvSpPr>
        <p:spPr>
          <a:xfrm>
            <a:off x="1356852" y="2231923"/>
            <a:ext cx="92619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Total Employees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Active Employee Count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Attrition Rate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Average Monthly Income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Average Salary Hike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Overtime Employment Percentage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Average Performance Rating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00BD0-6C6B-3B11-A4E7-1C22D3C346DC}"/>
              </a:ext>
            </a:extLst>
          </p:cNvPr>
          <p:cNvSpPr txBox="1"/>
          <p:nvPr/>
        </p:nvSpPr>
        <p:spPr>
          <a:xfrm>
            <a:off x="1052052" y="4385187"/>
            <a:ext cx="964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Detailed Analytics And Capabilities</a:t>
            </a:r>
            <a:endParaRPr lang="en-IN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7D22C-4948-12A3-0161-FA9D7DA05B3D}"/>
              </a:ext>
            </a:extLst>
          </p:cNvPr>
          <p:cNvSpPr txBox="1"/>
          <p:nvPr/>
        </p:nvSpPr>
        <p:spPr>
          <a:xfrm>
            <a:off x="1356852" y="4754519"/>
            <a:ext cx="6809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Department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Employee Behavior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Demographic Analysis</a:t>
            </a: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965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FCE0-EB0A-ADF4-0B7F-FEA81484D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297" y="575733"/>
            <a:ext cx="8825658" cy="643467"/>
          </a:xfrm>
        </p:spPr>
        <p:txBody>
          <a:bodyPr/>
          <a:lstStyle/>
          <a:p>
            <a:r>
              <a:rPr lang="en-US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Technical Requirements:</a:t>
            </a:r>
            <a:endParaRPr lang="en-IN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36F25-2D5E-459B-7E60-621884F3DBED}"/>
              </a:ext>
            </a:extLst>
          </p:cNvPr>
          <p:cNvSpPr txBox="1"/>
          <p:nvPr/>
        </p:nvSpPr>
        <p:spPr>
          <a:xfrm>
            <a:off x="1386348" y="1337187"/>
            <a:ext cx="6420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Reporting Capabilities:</a:t>
            </a:r>
            <a:endParaRPr lang="en-IN" sz="2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A1A08-EE72-8F56-1C40-20D979C1DC34}"/>
              </a:ext>
            </a:extLst>
          </p:cNvPr>
          <p:cNvSpPr txBox="1"/>
          <p:nvPr/>
        </p:nvSpPr>
        <p:spPr>
          <a:xfrm>
            <a:off x="1740310" y="1818968"/>
            <a:ext cx="670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Interactive multi-page dashboard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Dynamic Filter Using Slicers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Drill-Down Analysis Using Decomposition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 monitoring and trend analysis </a:t>
            </a: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1EC10-58E7-E5B7-86F4-358E532EB093}"/>
              </a:ext>
            </a:extLst>
          </p:cNvPr>
          <p:cNvSpPr txBox="1"/>
          <p:nvPr/>
        </p:nvSpPr>
        <p:spPr>
          <a:xfrm>
            <a:off x="1386348" y="3098510"/>
            <a:ext cx="5820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Technical Specification</a:t>
            </a:r>
            <a:r>
              <a:rPr lang="en-US" sz="2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  <a:endParaRPr lang="en-IN" sz="2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571D2-74C3-D820-4458-8C9771BAFDF9}"/>
              </a:ext>
            </a:extLst>
          </p:cNvPr>
          <p:cNvSpPr txBox="1"/>
          <p:nvPr/>
        </p:nvSpPr>
        <p:spPr>
          <a:xfrm>
            <a:off x="1858297" y="3619065"/>
            <a:ext cx="7020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transformation using power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DAX measures using calculated KPI’s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Interactive navigation and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Responsive and user friendly dashboard design</a:t>
            </a: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7000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46</TotalTime>
  <Words>163</Words>
  <Application>Microsoft Office PowerPoint</Application>
  <PresentationFormat>Widescreen</PresentationFormat>
  <Paragraphs>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Century Gothic</vt:lpstr>
      <vt:lpstr>Segoe UI Black</vt:lpstr>
      <vt:lpstr>Segoe UI Semibold</vt:lpstr>
      <vt:lpstr>Wingdings</vt:lpstr>
      <vt:lpstr>Wingdings 3</vt:lpstr>
      <vt:lpstr>Ion Boardroom</vt:lpstr>
      <vt:lpstr>Business Context And Objectives</vt:lpstr>
      <vt:lpstr>Functional Requirements</vt:lpstr>
      <vt:lpstr>Technical Requirements: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Susmita Subudhi</dc:creator>
  <cp:lastModifiedBy>Susmita Subudhi</cp:lastModifiedBy>
  <cp:revision>11</cp:revision>
  <dcterms:created xsi:type="dcterms:W3CDTF">2026-05-16T05:27:51Z</dcterms:created>
  <dcterms:modified xsi:type="dcterms:W3CDTF">2026-05-16T14:23:23Z</dcterms:modified>
</cp:coreProperties>
</file>